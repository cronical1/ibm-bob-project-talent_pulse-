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TalentPulse AI: Enterprise Workforce Intelligence</a:t>
            </a:r>
          </a:p>
          <a:p>
            <a:pPr>
              <a:spcBef>
                <a:spcPts val="1400"/>
              </a:spcBef>
              <a:defRPr sz="2200">
                <a:solidFill>
                  <a:srgbClr val="38BDF8"/>
                </a:solidFill>
              </a:defRPr>
            </a:pPr>
            <a:r>
              <a:t>Autonomous Performance &amp; Retention Copilot powered by Dual IBM ML Models and Agentic AI</a:t>
            </a:r>
          </a:p>
          <a:p>
            <a:pPr>
              <a:spcBef>
                <a:spcPts val="2400"/>
              </a:spcBef>
              <a:defRPr sz="1400">
                <a:solidFill>
                  <a:srgbClr val="94A3B8"/>
                </a:solidFill>
              </a:defRPr>
            </a:pPr>
            <a:r>
              <a:t>IBM SkillsBuild Masterclass 5 Capstone Project | SDG 8: Decent Work &amp; Economic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PROBLEM STATEMENT &amp; UN SDG 8 ALIGNMENT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The Employee Attrition &amp; Productivity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Enterprise Turnover Cost: Replacing an experienced employee costs 50% to 200% of their annual salary.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Reactive vs Proactive: Organizations traditionally detect employee dissatisfaction only after a resignation letter is submitted.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Lack of Personalization: Generic company-wide retention policies fail to address individual root causes (e.g., burnout vs compensation vs lack of career growth).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UN SDG 8 (Decent Work &amp; Economic Growth): Aligns directly with Target 8.5 (Productive employment and decent work) and Target 8.6 (Youth upskilling and skills development).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Target Impact Metrics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40% reduction in unplanned turnover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Early flight-risk detection 60-90 days prior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Tailored IBM SkillsBuild learning tracks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Actionable stay-interview scripts for managers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PROPOSED SOLUTION &amp; INNOVATION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From Passive ML Prediction to Agentic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Dual Predictive Modeling: Random Forest Attrition Classifier paired with Gradient Boosting Performance Regressor.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Explainable AI (XAI): Breaks down the mathematical drivers for every prediction so HR leaders see the exact causes.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Counterfactual What-If Simulation: Simulates the outcome of salary increases, promotion timelines, or overtime adjustments before executing them.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Autonomous Agentic Workflow: Translates raw data into manager retention scripts, compensation reviews, and IBM SkillsBuild roadmaps.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Core Pillars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Dual Ensemble Machine Learning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Explainable AI (XAI) Attribution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Multi-Agent Autonomous Execution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Interactive Streamlit HR Command Center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AGENTIC AI WORKFLOW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Cooperative Multi-Agent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Orchestrator Agent: Routes employee telemetry, risk vectors, and ML predictions to specialized task agents.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Agent 1 (Talent Diagnostic Specialist): Analyzes burnout, work-life balance, and compensation parity to diagnose the exact root cause of attrition risk.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Agent 2 (Upskilling &amp; Career Path Specialist): Automatically curates personalized IBM SkillsBuild and credential courses based on the employee’s role and tenure.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Agent 3 (Retention &amp; Intervention Specialist): Drafts customized stay-interview questions and compensation/retention memos for department managers.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Conversational Copilot: Allows HR leaders to ask real-time questions and perform employee audits interactively.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Specialized Agent Roles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Diagnostic Specialist: Root Cause &amp; Burnout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Upskilling Agent: IBM SkillsBuild Pathways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Retention Agent: Stay-Interview &amp; Comp Plan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Copilot: Interactive Tool Use &amp; Q&amp;A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TECHNICAL METHODOLOGY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Dual Machine Learning &amp;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Dataset: Trained and validated on the official IBM HR Analytics Attrition Dataset (1,470 employee records, 35 features).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Model 1 (Attrition Classification): Balanced Random Forest Classifier with cost-sensitive weighting to handle minority turnover class.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Model 2 (Performance Regression): Gradient Boosting Regressor predicting numerical evaluation scores from overtime, training, and tenure.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Preprocessing Pipeline: One-Hot Encoding for categorical features, Robust Scaling for numerical attributes, and stratified 80/20 train/test split.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Evaluation Metrics: High ROC-AUC, Balanced Accuracy, Precision-Recall score, and Mean Absolute Error (MAE).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Model Performance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Dataset: IBM HR Analytics (1,470 records)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Class Weighting: Balanced for minority class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Feature Pipeline: Scikit-Learn ColumnTransformer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Explainability: Local feature contribution scores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LEAN CANVAS &amp; COMMERCIAL VIABILITY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Business Model &amp; Lean Canvas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Problem: + turnover cost per employee; HR burnout; unaddressed career stagnation.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Solution: Dual ML predictive engine + Multi-Agent intervention copilot + IBM SkillsBuild tracks.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Unique Value Proposition: Turn reactive employee attrition into proactive, personalized retention with automated agentic runbooks.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Customer Segments: Mid-to-large enterprises, People Operations teams, and HR Business Partners.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Revenue Streams: Tiered B2B SaaS subscription per employee/month; Enterprise custom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Key Highlights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UVP: Dual IBM ML + Agentic Action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Early Adopters: Tech &amp; Engineering Firms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Channels: Direct B2B Sales &amp; IBM Partner Network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Unfair Advantage: IBM HR-trained multi-agent library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CONCLUSION &amp; FUTURE ROADMAP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Driving Sustainable Growth &amp; Decent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Ethical &amp; Explainable: Transparent AI without black-box decisions, enabling fair manager-employee discussions.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Fostering Career Longevity: By connecting retention with genuine upskilling, employees gain valuable career progression.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Enterprise Scalability: Cloud-ready architecture deployable on IBM Cloud, watsonx, or standard corporate infrastructure.</a:t>
            </a:r>
          </a:p>
          <a:p>
            <a:pPr>
              <a:lnSpc>
                <a:spcPct val="120000"/>
              </a:lnSpc>
              <a:spcBef>
                <a:spcPts val="1200"/>
              </a:spcBef>
              <a:defRPr sz="1600">
                <a:solidFill>
                  <a:srgbClr val="1E293B"/>
                </a:solidFill>
              </a:defRPr>
            </a:pPr>
            <a:r>
              <a:t>•  Next Milestones: Integration with enterprise HRMS systems (Workday/BambooHR) and real-time pulse survey ingestion.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Project Summary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Deliverables: Complete Working System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Artifacts: Lean Canvas, Concept Note, PPT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Alignment: IBM SkillsBuild &amp; UN SDG 8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✔  Status: Production Ready &amp; Open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